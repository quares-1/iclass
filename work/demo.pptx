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通过问题驱动，激活学生的已有认知。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[技术·待核验] 工业级运行时排序：Timsort 与 Dual-Pivot QuickSort：Python、Java 等现代语言采用混合排序策略，通过小规模插入排序与分治思想提升真实数据下的性能。（来源：CPython 源码 / JDK Arrays.sort）
[案例·待核验] 推荐与搜索系统中的排序层：电商、短视频平台在召回之后用排序模型（LTR、粗排/精排）决定内容展示顺序，直接影响用户体验。（来源：行业公开技术博客）
[案例·待核验] 稳定排序在数据库与文件系统中的应用：稳定排序保证相同键值的记录保持原顺序，广泛用于数据库多列排序与文件索引。（来源：数据库系统实现）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[案例·待核验] 优先队列在任务调度中的应用：操作系统与任务调度器使用堆实现优先队列，动态选取最高优先级任务，保证实时性。（来源：操作系统教材）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[技术·待核验] 外部排序与 MapReduce 归并思想：当数据无法全部装入内存时，采用分块排序加多路归并；MapReduce 的 Shuffle/Sort 阶段即借鉴该思想。（来源：MapReduce 论文）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[技术·待核验] 外部排序与 MapReduce 归并思想：当数据无法全部装入内存时，采用分块排序加多路归并；MapReduce 的 Shuffle/Sort 阶段即借鉴该思想。（来源：MapReduce 论文）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[技术·已核验] 算法复杂度分析工具与基准测试：通过大 O 分析配合实测基准（Benchmark）验证算法在真实数据规模下的表现，避免纸上谈兵。（来源：《算法导论》）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[案例·待核验] 优先队列在任务调度中的应用：操作系统与任务调度器使用堆实现优先队列，动态选取最高优先级任务，保证实时性。（来源：操作系统教材）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[技术·待核验] 外部排序与 MapReduce 归并思想：当数据无法全部装入内存时，采用分块排序加多路归并；MapReduce 的 Shuffle/Sort 阶段即借鉴该思想。（来源：MapReduce 论文）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[技术·待核验] 外部排序与 MapReduce 归并思想：当数据无法全部装入内存时，采用分块排序加多路归并；MapReduce 的 Shuffle/Sort 阶段即借鉴该思想。（来源：MapReduce 论文）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来源：行业公开技术博客（待核验）
来源：数据库系统实现（待核验）
来源：操作系统教材（待核验）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下一节课将结合学生反馈进行针对性复习与优化。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第5章 排序算法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7FF"/>
                </a:solidFill>
              </a:rPr>
              <a:t>课堂质量改进智能体 · Sprint 1 课前智能备课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导入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课程导入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学习目标：掌握直接插入排序、简单选择排序、冒泡排序的基本思想与实现。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学习目标：理解快速排序和归并排序的分治思想与递归实现。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学习目标：了解堆排序、基数排序的原理及其适用场景。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学习目标：能够分析常见排序算法的时间复杂度与空间复杂度。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以一个贴近实际的工程问题引入本章核心主题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讲解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排序的基本概念与稳定性。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排序的基本概念与稳定性。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讲解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插入类排序：直接插入排序、希尔排序。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插入类排序：直接插入排序、希尔排序。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讲解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交换类排序：冒泡排序、快速排序。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交换类排序：冒泡排序、快速排序。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讲解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选择类排序：简单选择排序、堆排序。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选择类排序：简单选择排序、堆排序。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讲解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归并排序与基数排序。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归并排序与基数排序。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讲解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各类排序算法的比较与选择。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各类排序算法的比较与选择。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讲解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快速排序。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快速排序。（重点、难点）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讲解要点：结合步骤拆解与示例讲清核心思想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讲解要点：补充反例与复杂度分析，帮助学生突破难点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讲解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归并排序。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归并排序。（重点）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讲解要点：结合步骤拆解与示例讲清核心思想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讲解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稳定性分析。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稳定性分析。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讲解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插入排序。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插入排序。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讲解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交换排序。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交换排序。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讲解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选择排序。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选择排序。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讲解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基数排序。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基数排序。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讲解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排序的定义与稳定性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排序的定义与稳定性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讲解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直接插入排序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直接插入排序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讲解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冒泡排序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冒泡排序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讲解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快速排序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快速排序（重点、难点）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讲解要点：结合步骤拆解与示例讲清核心思想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讲解要点：补充反例与复杂度分析，帮助学生突破难点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讲解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归并排序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归并排序（重点）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讲解要点：结合步骤拆解与示例讲清核心思想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讲解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小结与习题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小结与习题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案例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行业案例与应用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推荐与搜索系统中的排序层：电商、短视频平台在召回之后用排序模型（LTR、粗排/精排）决定内容展示顺序，直接影响用户体验。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稳定排序在数据库与文件系统中的应用：稳定排序保证相同键值的记录保持原顺序，广泛用于数据库多列排序与文件索引。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优先队列在任务调度中的应用：操作系统与任务调度器使用堆实现优先队列，动态选取最高优先级任务，保证实时性。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互动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课堂互动与讨论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请思考：掌握直接插入排序、简单选择排序、冒泡排序的基本思想与实现。，结合一个生活/工程实例说明你的理解。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请思考：理解快速排序和归并排序的分治思想与递归实现。，结合一个生活/工程实例说明你的理解。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请思考：了解堆排序、基数排序的原理及其适用场景。，结合一个生活/工程实例说明你的理解。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小组讨论：本章核心算法在真实产品中可能遇到哪些性能瓶颈？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总结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本章总结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重点回顾：快速排序的划分过程与递归实现。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重点回顾：归并排序的分治策略与稳定性。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难点提示：快速排序最坏情况的时间复杂度分析。；递归排序算法的空间复杂度与稳定性判断。；递归排序算法的执行过程与复杂度分析。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课后复习：整理知识点并完成思考题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课前智能备课 PPT 初稿</dc:title>
  <dc:subject>PptxGenJS Presentation</dc:subject>
  <dc:creator>课堂质量改进智能体</dc:creator>
  <cp:lastModifiedBy>课堂质量改进智能体</cp:lastModifiedBy>
  <cp:revision>1</cp:revision>
  <dcterms:created xsi:type="dcterms:W3CDTF">2026-09-23T08:34:51Z</dcterms:created>
  <dcterms:modified xsi:type="dcterms:W3CDTF">2026-09-23T08:34:51Z</dcterms:modified>
</cp:coreProperties>
</file>